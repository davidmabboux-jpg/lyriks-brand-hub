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viv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366760" y="0"/>
            <a:ext cx="38249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4" name="Shape 1"/>
          <p:cNvSpPr/>
          <p:nvPr/>
        </p:nvSpPr>
        <p:spPr>
          <a:xfrm>
            <a:off x="640080" y="64190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72694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6" name="Text 3"/>
          <p:cNvSpPr/>
          <p:nvPr/>
        </p:nvSpPr>
        <p:spPr>
          <a:xfrm>
            <a:off x="1115568" y="49377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</a:t>
            </a:r>
            <a:pPr indent="0" marL="0">
              <a:buNone/>
            </a:pPr>
            <a:r>
              <a:rPr lang="en-US" sz="1500" b="1" spc="-3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.io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PRÉSENTATION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7315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spc="-10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Titre de la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spc="-100" kern="0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présentation.</a:t>
            </a:r>
            <a:endParaRPr lang="en-US" sz="5200" dirty="0"/>
          </a:p>
        </p:txBody>
      </p:sp>
      <p:sp>
        <p:nvSpPr>
          <p:cNvPr id="9" name="Text 6"/>
          <p:cNvSpPr/>
          <p:nvPr/>
        </p:nvSpPr>
        <p:spPr>
          <a:xfrm>
            <a:off x="640080" y="42976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Sous-titre ou accroche en une ligne qui pose le sujet.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4008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Intervenant · Date · Lieu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189720" y="64008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12" name="Shape 9"/>
          <p:cNvSpPr/>
          <p:nvPr/>
        </p:nvSpPr>
        <p:spPr>
          <a:xfrm>
            <a:off x="9189720" y="73334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13" name="Shape 10"/>
          <p:cNvSpPr/>
          <p:nvPr/>
        </p:nvSpPr>
        <p:spPr>
          <a:xfrm>
            <a:off x="9189720" y="81838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14" name="Text 11"/>
          <p:cNvSpPr/>
          <p:nvPr/>
        </p:nvSpPr>
        <p:spPr>
          <a:xfrm>
            <a:off x="9665208" y="58521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</a:t>
            </a:r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.io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SOMMAIRE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Au programme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A10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Contexte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point de départ et l'enjeu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299008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8047F4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900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2944368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Notre approche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méthode et les principes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63040" y="3785616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 produit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proposons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40080" y="4672584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A98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6725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63040" y="4626864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Résultats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ça change concrètement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51383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A5FB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5138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63040" y="5468112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Prochaines étapes</a:t>
            </a:r>
            <a:endParaRPr lang="en-US" sz="1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suite et les décisions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brand.pn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82880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FFFF">
                    <a:alpha val="75000"/>
                  </a:srgbClr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01</a:t>
            </a:r>
            <a:endParaRPr lang="en-US" sz="12000" dirty="0"/>
          </a:p>
        </p:txBody>
      </p:sp>
      <p:sp>
        <p:nvSpPr>
          <p:cNvPr id="4" name="Text 1"/>
          <p:cNvSpPr/>
          <p:nvPr/>
        </p:nvSpPr>
        <p:spPr>
          <a:xfrm>
            <a:off x="640080" y="3794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640080" y="406908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Contexte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640080" y="5120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Une phrase qui annonce ce que couvre cette partie.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598932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8" name="Shape 5"/>
          <p:cNvSpPr/>
          <p:nvPr/>
        </p:nvSpPr>
        <p:spPr>
          <a:xfrm>
            <a:off x="640080" y="608258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9" name="Shape 6"/>
          <p:cNvSpPr/>
          <p:nvPr/>
        </p:nvSpPr>
        <p:spPr>
          <a:xfrm>
            <a:off x="640080" y="616762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10" name="Text 7"/>
          <p:cNvSpPr/>
          <p:nvPr/>
        </p:nvSpPr>
        <p:spPr>
          <a:xfrm>
            <a:off x="1115568" y="59344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</a:t>
            </a:r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.io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Titre de la slide de contenu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paragraphe d'introduction qui pose le propos en une à deux phrases, puis les points clés ci-dessous.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Premier point clé à retenir, formulé simplement.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Deuxième point qui appuie le précédent.</a:t>
            </a:r>
            <a:endParaRPr lang="en-US" sz="145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Troisième point avec un exemple concret.</a:t>
            </a:r>
            <a:endParaRPr lang="en-US" sz="1450" dirty="0"/>
          </a:p>
          <a:p>
            <a:pPr marL="228600" indent="-228600">
              <a:buSzPct val="100000"/>
              <a:buChar char="•"/>
            </a:pPr>
            <a:r>
              <a:rPr lang="en-US" sz="145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Quatrième point pour conclure l'idée.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0" y="1828800"/>
            <a:ext cx="3776472" cy="3657600"/>
          </a:xfrm>
          <a:prstGeom prst="roundRect">
            <a:avLst>
              <a:gd name="adj" fmla="val 2500"/>
            </a:avLst>
          </a:prstGeom>
          <a:solidFill>
            <a:srgbClr val="F3F0FB"/>
          </a:solidFill>
          <a:ln/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9244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À RETENIR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92440" y="25603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 phrase la plus importante de la slide, mise en avant ici.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NOTRE APPROCHE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Deux idées côte à côte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774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16002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Première colonne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31089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Point qui décrit cette colonne.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deuxième élément utile.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troisième pour équilibrer.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2784" y="2011680"/>
            <a:ext cx="521208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638544" y="23774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FA101"/>
          </a:solidFill>
          <a:ln/>
        </p:spPr>
      </p:sp>
      <p:sp>
        <p:nvSpPr>
          <p:cNvPr id="10" name="Text 8"/>
          <p:cNvSpPr/>
          <p:nvPr/>
        </p:nvSpPr>
        <p:spPr>
          <a:xfrm>
            <a:off x="7232904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Seconde colonne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38544" y="310896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Point qui décrit cette colonne.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deuxième élément utile.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troisième pour équilibrer.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066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LE PRODUIT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Une image vaut mille mots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4754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Décrivez ici ce que montre le visuel.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Mettez en avant un détail clé.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Reliez-le au bénéfice utilisateur.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943600" y="1828800"/>
            <a:ext cx="5605272" cy="4206240"/>
          </a:xfrm>
          <a:prstGeom prst="roundRect">
            <a:avLst>
              <a:gd name="adj" fmla="val 2174"/>
            </a:avLst>
          </a:prstGeom>
          <a:solidFill>
            <a:srgbClr val="FAFAFC"/>
          </a:solidFill>
          <a:ln w="12700">
            <a:solidFill>
              <a:srgbClr val="E8E8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0" y="36576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E6E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4297680"/>
            <a:ext cx="5605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Glissez une image ici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1FA98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RÉSULTATS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Les chiffres qui comptent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6974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A101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85 %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32688" y="3977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d'un indicateur clé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8264" y="22860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72584" y="26974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047F4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2,4×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4690872" y="3977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progression mesurée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56448" y="22860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430768" y="26974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066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+120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8449056" y="397764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unités / mois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731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BB46F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640080" y="228600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i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Une citation marquante tient en une ou deux lignes et porte une seule idée forte.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93776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Prénom Nom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Fonction · Organisation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FFA10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COMPARAISON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Mettre les options en regard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08792" cy="603504"/>
          </a:xfrm>
          <a:prstGeom prst="roundRect">
            <a:avLst>
              <a:gd name="adj" fmla="val 9091"/>
            </a:avLst>
          </a:prstGeom>
          <a:solidFill>
            <a:srgbClr val="0A0A0A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488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Critère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46320" y="214884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Option 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214884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Option B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10908792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86207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Critère 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846320" y="286207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9600" y="2862072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10908792" cy="603504"/>
          </a:xfrm>
          <a:prstGeom prst="roundRect">
            <a:avLst>
              <a:gd name="adj" fmla="val 6061"/>
            </a:avLst>
          </a:prstGeom>
          <a:solidFill>
            <a:srgbClr val="FAFAFC"/>
          </a:solidFill>
          <a:ln w="12700">
            <a:solidFill>
              <a:srgbClr val="E8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5204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Critère 2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846320" y="352044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0" y="352044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178808"/>
            <a:ext cx="10908792" cy="603504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1788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Critère 3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846320" y="4178808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29600" y="4178808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4837176"/>
            <a:ext cx="10908792" cy="603504"/>
          </a:xfrm>
          <a:prstGeom prst="roundRect">
            <a:avLst>
              <a:gd name="adj" fmla="val 6061"/>
            </a:avLst>
          </a:prstGeom>
          <a:solidFill>
            <a:srgbClr val="FAFAFC"/>
          </a:solidFill>
          <a:ln w="12700">
            <a:solidFill>
              <a:srgbClr val="E8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371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Critère 4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846320" y="4837176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0" y="4837176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354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Valeur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047F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L'ÉQUIPE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Les visages du projet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20240" y="2606040"/>
            <a:ext cx="914400" cy="914400"/>
          </a:xfrm>
          <a:prstGeom prst="ellipse">
            <a:avLst/>
          </a:prstGeom>
          <a:solidFill>
            <a:srgbClr val="FFA101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914400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Prénom Nom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Rôle / fonction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98264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678424" y="2606040"/>
            <a:ext cx="914400" cy="914400"/>
          </a:xfrm>
          <a:prstGeom prst="ellipse">
            <a:avLst/>
          </a:prstGeom>
          <a:solidFill>
            <a:srgbClr val="8047F4"/>
          </a:solidFill>
          <a:ln/>
        </p:spPr>
      </p:sp>
      <p:sp>
        <p:nvSpPr>
          <p:cNvPr id="11" name="Text 9"/>
          <p:cNvSpPr/>
          <p:nvPr/>
        </p:nvSpPr>
        <p:spPr>
          <a:xfrm>
            <a:off x="5678424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4672584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Prénom Nom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72584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Rôle / fonction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2194560"/>
            <a:ext cx="34747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8EE"/>
            </a:solidFill>
            <a:prstDash val="solid"/>
          </a:ln>
          <a:effectLst>
            <a:outerShdw sx="100000" sy="100000" kx="0" ky="0" algn="bl" rotWithShape="0" blurRad="114300" dist="38100" dir="5400000">
              <a:srgbClr val="1012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36608" y="2606040"/>
            <a:ext cx="914400" cy="91440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9436608" y="2606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30768" y="3749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Prénom Nom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30768" y="41605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Rôle / fonction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296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rad-brand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28600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Merci.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640080" y="393192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hello@lyriks.io</a:t>
            </a:r>
            <a:endParaRPr lang="en-US" sz="1500" dirty="0"/>
          </a:p>
          <a:p>
            <a:pPr indent="0" marL="0">
              <a:lnSpc>
                <a:spcPct val="13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lyriks.io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Paris · VivaTech 2026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40080" y="5943600"/>
            <a:ext cx="274320" cy="65837"/>
          </a:xfrm>
          <a:prstGeom prst="roundRect">
            <a:avLst>
              <a:gd name="adj" fmla="val 27778"/>
            </a:avLst>
          </a:prstGeom>
          <a:solidFill>
            <a:srgbClr val="0066FF"/>
          </a:solidFill>
          <a:ln/>
        </p:spPr>
      </p:sp>
      <p:sp>
        <p:nvSpPr>
          <p:cNvPr id="6" name="Shape 3"/>
          <p:cNvSpPr/>
          <p:nvPr/>
        </p:nvSpPr>
        <p:spPr>
          <a:xfrm>
            <a:off x="640080" y="6036869"/>
            <a:ext cx="274320" cy="57607"/>
          </a:xfrm>
          <a:prstGeom prst="roundRect">
            <a:avLst>
              <a:gd name="adj" fmla="val 31746"/>
            </a:avLst>
          </a:prstGeom>
          <a:solidFill>
            <a:srgbClr val="BB46F5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6121908"/>
            <a:ext cx="384048" cy="50292"/>
          </a:xfrm>
          <a:prstGeom prst="roundRect">
            <a:avLst>
              <a:gd name="adj" fmla="val 36364"/>
            </a:avLst>
          </a:prstGeom>
          <a:solidFill>
            <a:srgbClr val="FFA101"/>
          </a:solidFill>
          <a:ln/>
        </p:spPr>
      </p:sp>
      <p:sp>
        <p:nvSpPr>
          <p:cNvPr id="8" name="Text 5"/>
          <p:cNvSpPr/>
          <p:nvPr/>
        </p:nvSpPr>
        <p:spPr>
          <a:xfrm>
            <a:off x="1115568" y="588873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Lyriks</a:t>
            </a:r>
            <a:pPr indent="0" marL="0">
              <a:buNone/>
            </a:pPr>
            <a:r>
              <a:rPr lang="en-US" sz="1500" b="1" spc="-3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Lyriks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Lyriks — Template de présentation</dc:title>
  <dc:subject>PptxGenJS Presentation</dc:subject>
  <dc:creator>Lyriks</dc:creator>
  <cp:lastModifiedBy>Lyriks</cp:lastModifiedBy>
  <cp:revision>1</cp:revision>
  <dcterms:created xsi:type="dcterms:W3CDTF">2026-06-23T07:11:49Z</dcterms:created>
  <dcterms:modified xsi:type="dcterms:W3CDTF">2026-06-23T07:11:49Z</dcterms:modified>
</cp:coreProperties>
</file>