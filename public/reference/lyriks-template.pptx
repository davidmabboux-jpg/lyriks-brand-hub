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ad-viv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66760" y="0"/>
            <a:ext cx="38249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4" name="Shape 1"/>
          <p:cNvSpPr/>
          <p:nvPr/>
        </p:nvSpPr>
        <p:spPr>
          <a:xfrm>
            <a:off x="640080" y="64190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72694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6" name="Text 3"/>
          <p:cNvSpPr/>
          <p:nvPr/>
        </p:nvSpPr>
        <p:spPr>
          <a:xfrm>
            <a:off x="1115568" y="4937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Lyriks.io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A1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PRODUIT × IA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42316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spc="-80" kern="0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 cohérence produit pour développer avec l'IA.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640080" y="45262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Spécification, cohérence et supervision, avant, pendant et après l'implémentation.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lyriks.io · 2026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189720" y="64008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12" name="Shape 9"/>
          <p:cNvSpPr/>
          <p:nvPr/>
        </p:nvSpPr>
        <p:spPr>
          <a:xfrm>
            <a:off x="9189720" y="73334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13" name="Shape 10"/>
          <p:cNvSpPr/>
          <p:nvPr/>
        </p:nvSpPr>
        <p:spPr>
          <a:xfrm>
            <a:off x="9189720" y="81838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14" name="Text 11"/>
          <p:cNvSpPr/>
          <p:nvPr/>
        </p:nvSpPr>
        <p:spPr>
          <a:xfrm>
            <a:off x="9665208" y="58521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Lyriks.io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SOMMAIRE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 programme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FA10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210312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 problème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dérive entre intention et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99008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8047F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90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94436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Les 3 piliers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Spécification · Cohérence · Supervision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3831336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3785616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 produit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Modéliser, vérifier, superviser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67258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A98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6268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Pour qui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Produit · Design · Dev · Management · Finance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5513832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5FB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513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546811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Offres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· Enterprise · Managé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ad-brand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288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FFFF">
                    <a:alpha val="75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64008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40690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 problème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40080" y="5120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l'intention produit à l'implémentation, sans dérive.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598932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8" name="Shape 5"/>
          <p:cNvSpPr/>
          <p:nvPr/>
        </p:nvSpPr>
        <p:spPr>
          <a:xfrm>
            <a:off x="640080" y="608258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" y="616762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10" name="Text 7"/>
          <p:cNvSpPr/>
          <p:nvPr/>
        </p:nvSpPr>
        <p:spPr>
          <a:xfrm>
            <a:off x="1115568" y="593445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Lyriks.io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A1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 PROBLÈME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 code va plus vite que l'alignement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À l'ère de l'IA, on produit plus de code, plus vite. Mais l'intention produit, elle, se perd en route.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Ambiguïtés, contradictions et éléments manquants dans les specs.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États oubliés et ruptures dans les parcours.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Écarts entre ce qui est spécifié et ce qui est implémenté.</a:t>
            </a:r>
            <a:endParaRPr lang="en-US" sz="1450" dirty="0"/>
          </a:p>
          <a:p>
            <a:pPr marL="228600" indent="-228600"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de l'IA peu visible, difficile à maîtriser et à mesurer.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0" y="1828800"/>
            <a:ext cx="3776472" cy="3657600"/>
          </a:xfrm>
          <a:prstGeom prst="roundRect">
            <a:avLst>
              <a:gd name="adj" fmla="val 2500"/>
            </a:avLst>
          </a:prstGeom>
          <a:solidFill>
            <a:srgbClr val="F3F0FB"/>
          </a:solidFill>
          <a:ln/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9244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PROMESSE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92440" y="260604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 l'intention produit à l'implémentation, sans dérive.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PLATEFORME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Trois piliers, un produit cohérent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747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Spécification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361188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Transformer l'intention produit en spécifications fonctionnelles, techniques et data. Cartographier parcours clés et règles métier.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8264" y="2103120"/>
            <a:ext cx="34747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24688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BB46F5"/>
          </a:solidFill>
          <a:ln/>
        </p:spPr>
      </p:sp>
      <p:sp>
        <p:nvSpPr>
          <p:cNvPr id="11" name="Text 9"/>
          <p:cNvSpPr/>
          <p:nvPr/>
        </p:nvSpPr>
        <p:spPr>
          <a:xfrm>
            <a:off x="4718304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18304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Cohérence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718304" y="361188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moteur de contrôle pour repérer les écarts avant, pendant et après le développement.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6448" y="2103120"/>
            <a:ext cx="34747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24688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FA101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76488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Supervision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476488" y="361188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 vue consolidée pour encadrer les pratiques, contrôler les risques et mesurer la valeur réellement créée.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066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 PRODUIT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Modéliser, vérifier, superviser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Cartographie des parcours clés et des règles métier.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Spécifications prêtes pour l'IA, ciblées par agent.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Détection des ambiguïtés et simulation avant le build.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Comparaison entre implémentation et spécification initiale.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0" y="1828800"/>
            <a:ext cx="5605272" cy="4206240"/>
          </a:xfrm>
          <a:prstGeom prst="roundRect">
            <a:avLst>
              <a:gd name="adj" fmla="val 2174"/>
            </a:avLst>
          </a:prstGeom>
          <a:solidFill>
            <a:srgbClr val="FAFAFC"/>
          </a:solidFill>
          <a:ln w="12700">
            <a:solidFill>
              <a:srgbClr val="E8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3657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E6E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4297680"/>
            <a:ext cx="5605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Capture produit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1FA9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CE QUE ÇA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Plus vite, sans perdre le contrôle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6974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FA10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Moins de rework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32688" y="3886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 specs claires, moins d'allers-retours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98264" y="228600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90872" y="26974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8047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Moins d'oublis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690872" y="3886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états et parcours couverts de bout en bout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56448" y="228600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49056" y="26974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0066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Alignement vérifiable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449056" y="3886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intention ↔ implémentation, en continu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1FA9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POUR QUI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Chaque expertise fait avancer le produit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975104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Produit  </a:t>
            </a:r>
            <a:pPr indent="0" marL="0"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Transformer l'intention produit en spécifications.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A5FB2"/>
          </a:solidFill>
          <a:ln/>
        </p:spPr>
      </p:sp>
      <p:sp>
        <p:nvSpPr>
          <p:cNvPr id="7" name="Text 5"/>
          <p:cNvSpPr/>
          <p:nvPr/>
        </p:nvSpPr>
        <p:spPr>
          <a:xfrm>
            <a:off x="1353312" y="2724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Design  </a:t>
            </a:r>
            <a:pPr indent="0" marL="0"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Concevoir des parcours cohérents de bout en bout.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511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8047F4"/>
          </a:solidFill>
          <a:ln/>
        </p:spPr>
      </p:sp>
      <p:sp>
        <p:nvSpPr>
          <p:cNvPr id="9" name="Text 7"/>
          <p:cNvSpPr/>
          <p:nvPr/>
        </p:nvSpPr>
        <p:spPr>
          <a:xfrm>
            <a:off x="1353312" y="3474720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Développement  </a:t>
            </a:r>
            <a:pPr indent="0" marL="0"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Construire à partir d'une spécification vérifiable.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98A"/>
          </a:solidFill>
          <a:ln/>
        </p:spPr>
      </p:sp>
      <p:sp>
        <p:nvSpPr>
          <p:cNvPr id="11" name="Text 9"/>
          <p:cNvSpPr/>
          <p:nvPr/>
        </p:nvSpPr>
        <p:spPr>
          <a:xfrm>
            <a:off x="1353312" y="4224528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Management  </a:t>
            </a:r>
            <a:pPr indent="0" marL="0"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Garder l'alignement, la qualité et le contrôle.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50109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A101"/>
          </a:solidFill>
          <a:ln/>
        </p:spPr>
      </p:sp>
      <p:sp>
        <p:nvSpPr>
          <p:cNvPr id="13" name="Text 11"/>
          <p:cNvSpPr/>
          <p:nvPr/>
        </p:nvSpPr>
        <p:spPr>
          <a:xfrm>
            <a:off x="1353312" y="4974336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Finance  </a:t>
            </a:r>
            <a:pPr indent="0" marL="0"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Piloter l'usage et la rentabilité réelle de l'IA.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BB46F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i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 l'intention produit à l'implémentation, sans dérive.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Lyriks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cohérence produit à l'ère de l'IA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A5FB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OFFRES &amp;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Choisissez votre mode de déploiement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74720" cy="4160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240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B46F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Community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32688" y="26700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 source · AGPL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315468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Self-hébergé, sur vos serveurs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Modélisation produit complète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Spécifications prêtes pour l'IA</a:t>
            </a:r>
            <a:endParaRPr lang="en-US" sz="12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Contrôles de cohérence essentiels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B4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Voir sur GitHub  →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965960"/>
            <a:ext cx="3474720" cy="4160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90872" y="2240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Enterprise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90872" y="26700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Licence annuelle · self-service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90872" y="315468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Équipes multi-utilisateurs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Gestion des droits &amp; rôles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Collaboration en temps réel</a:t>
            </a:r>
            <a:endParaRPr lang="en-US" sz="12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Vérification après implémentation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90872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Demander un devis  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965960"/>
            <a:ext cx="3474720" cy="4160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49056" y="2240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A10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Managé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49056" y="26700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Hébergé &amp; opéré par Lyriks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49056" y="315468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Infogérance complète &amp; SLA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Supervision avancée des usages IA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SSO &amp; sécurité avancée</a:t>
            </a:r>
            <a:endParaRPr lang="en-US" sz="12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Accompagnement dédié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49056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A10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Contacter l'équipe  →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L'ÉQUIPE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Les voix de Lyriks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2606040"/>
            <a:ext cx="914400" cy="914400"/>
          </a:xfrm>
          <a:prstGeom prst="ellipse">
            <a:avLst/>
          </a:prstGeom>
          <a:solidFill>
            <a:srgbClr val="FFA101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David Mabboux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Business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8264" y="219456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78424" y="2606040"/>
            <a:ext cx="914400" cy="914400"/>
          </a:xfrm>
          <a:prstGeom prst="ellipse">
            <a:avLst/>
          </a:prstGeom>
          <a:solidFill>
            <a:srgbClr val="BB46F5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81144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Adrien Basso Blandin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81144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Cohérence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219456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36608" y="2606040"/>
            <a:ext cx="914400" cy="91440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9436608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Adrien Charles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39328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Produit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ad-brand.png">    </p:cNvPr>
          <p:cNvPicPr>
            <a:picLocks noChangeAspect="1"/>
          </p:cNvPicPr>
          <p:nvPr/>
        </p:nvPicPr>
        <p:blipFill>
          <a:blip r:embed="rId1">
            <a:alphaModFix amt="94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116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Restez cohérent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à l'ère de l'IA.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640080" y="4297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hello@lyriks.io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lyriks.io · Réserver une démo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40080" y="594360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6" name="Shape 3"/>
          <p:cNvSpPr/>
          <p:nvPr/>
        </p:nvSpPr>
        <p:spPr>
          <a:xfrm>
            <a:off x="640080" y="603686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612190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8" name="Text 5"/>
          <p:cNvSpPr/>
          <p:nvPr/>
        </p:nvSpPr>
        <p:spPr>
          <a:xfrm>
            <a:off x="1115568" y="588873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Lyriks.io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Lyriks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Lyriks — La cohérence produit pour développer avec l'IA</dc:title>
  <dc:subject>PptxGenJS Presentation</dc:subject>
  <dc:creator>Lyriks</dc:creator>
  <cp:lastModifiedBy>Lyriks</cp:lastModifiedBy>
  <cp:revision>1</cp:revision>
  <dcterms:created xsi:type="dcterms:W3CDTF">2026-06-23T09:03:59Z</dcterms:created>
  <dcterms:modified xsi:type="dcterms:W3CDTF">2026-06-23T09:03:59Z</dcterms:modified>
</cp:coreProperties>
</file>