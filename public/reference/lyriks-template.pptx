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vi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66760" y="0"/>
            <a:ext cx="38249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64190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72694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6" name="Text 3"/>
          <p:cNvSpPr/>
          <p:nvPr/>
        </p:nvSpPr>
        <p:spPr>
          <a:xfrm>
            <a:off x="1115568" y="4937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PRODUIT × 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spc="-8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 cohérence produit pour développer avec l'IA.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4526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Spécification, cohérence et supervision, avant, pendant et après l'implémentation.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lyriks.io · 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89720" y="64008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12" name="Shape 9"/>
          <p:cNvSpPr/>
          <p:nvPr/>
        </p:nvSpPr>
        <p:spPr>
          <a:xfrm>
            <a:off x="9189720" y="73334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13" name="Shape 10"/>
          <p:cNvSpPr/>
          <p:nvPr/>
        </p:nvSpPr>
        <p:spPr>
          <a:xfrm>
            <a:off x="9189720" y="81838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4" name="Text 11"/>
          <p:cNvSpPr/>
          <p:nvPr/>
        </p:nvSpPr>
        <p:spPr>
          <a:xfrm>
            <a:off x="9665208" y="58521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 programme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A10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problème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dérive entre intention et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99008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8047F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90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4436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3 piliers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 · Cohérence · Supervision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785616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produit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 écrans, une continuité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67258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A98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62686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Pour qui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Produit · Design · Dev · Management · Finance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51383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5F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13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46811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Offres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· Enterprise · Managé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FFFF">
                    <a:alpha val="7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64008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4069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problème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l'intention produit à l'implémentation, sans dérive.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598932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608258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616762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0" name="Text 7"/>
          <p:cNvSpPr/>
          <p:nvPr/>
        </p:nvSpPr>
        <p:spPr>
          <a:xfrm>
            <a:off x="1115568" y="59344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code va plus vite que l'alignement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À l'ère de l'IA, on produit plus de code, plus vite. Mais l'intention produit, elle, se perd en route.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Ambiguïtés, contradictions et éléments manquants dans les specs.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États oubliés et ruptures dans les parcours.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Écarts entre ce qui est spécifié et ce qui est implémenté.</a:t>
            </a:r>
            <a:endParaRPr lang="en-US" sz="1450" dirty="0"/>
          </a:p>
          <a:p>
            <a:pPr marL="228600" indent="-228600"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de l'IA peu visible, difficile à maîtriser et à mesurer.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828800"/>
            <a:ext cx="3776472" cy="3657600"/>
          </a:xfrm>
          <a:prstGeom prst="roundRect">
            <a:avLst>
              <a:gd name="adj" fmla="val 2500"/>
            </a:avLst>
          </a:prstGeom>
          <a:solidFill>
            <a:srgbClr val="F3F0FB"/>
          </a:solidFill>
          <a:ln/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9244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PROMESSE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92440" y="260604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l'intention produit à l'implémentation, sans dérive.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PLATEFORME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Trois piliers, un produit cohérent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286000"/>
            <a:ext cx="640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83080" y="228600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Spécification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577840" y="2286000"/>
            <a:ext cx="5486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l'intention en spécifications exploitables.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BB46F5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474720"/>
            <a:ext cx="640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83080" y="347472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Cohérence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577840" y="3474720"/>
            <a:ext cx="5486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Repérer les écarts avant, pendant et après le build.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FA101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663440"/>
            <a:ext cx="640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83080" y="466344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Supervision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77840" y="4663440"/>
            <a:ext cx="5486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Encadrer les pratiques et mesurer la valeur créée.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06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SPÉCIFICATION PRODUIT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Une modélisation produit partagée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base de connaissance centralisée : équipes et agents IA partagent la même compréhension de ce qui doit être construit.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Vision produit, features &amp; priorisation.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Cartographie des parcours clés &amp; règles métier.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Spécifications fonctionnelle, technique &amp; data.</a:t>
            </a:r>
            <a:endParaRPr lang="en-US" sz="1450" dirty="0"/>
          </a:p>
        </p:txBody>
      </p:sp>
      <p:pic>
        <p:nvPicPr>
          <p:cNvPr id="6" name="Image 0" descr="m-e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91640"/>
            <a:ext cx="5605272" cy="3648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-co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4389120" cy="36393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A5FB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COHÉRENCE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0" y="18745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Une continuité vérifiable entre l'intention, l'expérience et l'implémentation.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0" y="32004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moteur de contrôle pour repérer les écarts avant, pendant et après le développement.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0" y="41148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Détection des ambiguïtés, contradictions et manques.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Simulation des comportements avant le build.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Comparaison entre implémentation et spécification.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 usage de l'IA visible et mesurable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vue consolidée pour encadrer les pratiques, contrôler les risques et mesurer la valeur réellement créée.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Performance des projets.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Consommation, qualité &amp; coûts.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Partage des meilleures pratiques.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Détection rapide des comportements hors cadre.</a:t>
            </a:r>
            <a:endParaRPr lang="en-US" sz="1450" dirty="0"/>
          </a:p>
        </p:txBody>
      </p:sp>
      <p:pic>
        <p:nvPicPr>
          <p:cNvPr id="6" name="Image 0" descr="m-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91640"/>
            <a:ext cx="5605272" cy="3648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1FA9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POUR QUI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Chaque expertise fait avancer le produit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975104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Produit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Transformer l'intention produit en spécifications.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A5FB2"/>
          </a:solidFill>
          <a:ln/>
        </p:spPr>
      </p:sp>
      <p:sp>
        <p:nvSpPr>
          <p:cNvPr id="7" name="Text 5"/>
          <p:cNvSpPr/>
          <p:nvPr/>
        </p:nvSpPr>
        <p:spPr>
          <a:xfrm>
            <a:off x="1353312" y="2724912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Design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Concevoir des parcours cohérents de bout en bout.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511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047F4"/>
          </a:solidFill>
          <a:ln/>
        </p:spPr>
      </p:sp>
      <p:sp>
        <p:nvSpPr>
          <p:cNvPr id="9" name="Text 7"/>
          <p:cNvSpPr/>
          <p:nvPr/>
        </p:nvSpPr>
        <p:spPr>
          <a:xfrm>
            <a:off x="1353312" y="347472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Développement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Construire à partir d'une spécification vérifiable.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98A"/>
          </a:solidFill>
          <a:ln/>
        </p:spPr>
      </p:sp>
      <p:sp>
        <p:nvSpPr>
          <p:cNvPr id="11" name="Text 9"/>
          <p:cNvSpPr/>
          <p:nvPr/>
        </p:nvSpPr>
        <p:spPr>
          <a:xfrm>
            <a:off x="1353312" y="422452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Management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Garder l'alignement, la qualité et le contrôle.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A101"/>
          </a:solidFill>
          <a:ln/>
        </p:spPr>
      </p:sp>
      <p:sp>
        <p:nvSpPr>
          <p:cNvPr id="13" name="Text 11"/>
          <p:cNvSpPr/>
          <p:nvPr/>
        </p:nvSpPr>
        <p:spPr>
          <a:xfrm>
            <a:off x="1353312" y="4974336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Finance  </a:t>
            </a:r>
            <a:pPr indent="0" marL="0"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Piloter l'usage et la rentabilité réelle de l'IA.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CAS D'USAGE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 que Lyriks débloque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7608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2304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Gagner du temps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926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specs claires et réutilisables : moins de rework, moins d'allers-retours, des délais tenus.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784" y="2011680"/>
            <a:ext cx="527608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92824" y="23317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A101"/>
          </a:solidFill>
          <a:ln/>
        </p:spPr>
      </p:sp>
      <p:sp>
        <p:nvSpPr>
          <p:cNvPr id="11" name="Text 9"/>
          <p:cNvSpPr/>
          <p:nvPr/>
        </p:nvSpPr>
        <p:spPr>
          <a:xfrm>
            <a:off x="659282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32904" y="2304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Maîtriser les coûts de l'IA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92824" y="2926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visibilité sur la consommation et le coût réel de l'usage de l'IA.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27608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06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8047F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Reprendre le legacy en main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Re-cartographier l'existant et retrouver de la maîtrise sur le legacy.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72784" y="3886200"/>
            <a:ext cx="527608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92824" y="4206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FA9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92824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32904" y="41788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Superviser les ways of working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92824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Rendre les méthodes de travail visibles, encadrées et mesurables.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BB4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i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 l'intention produit à l'implémentation, sans dérive.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Lyriks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cohérence produit à l'ère de l'IA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A5FB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OFFRES &amp;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Choisissez votre mode de déploiement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B4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32688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source · AGPL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Self-hébergé, sur vos serveurs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Modélisation produit complète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Spécifications prêtes pour l'IA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Contrôles de cohérence essentiels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B4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Voir sur GitHub  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0872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90872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Licence annuelle · self-service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90872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Équipes multi-utilisateurs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Gestion des droits &amp; rôles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Collaboration en temps réel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Vérification après implémentation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90872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Demander un devis  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965960"/>
            <a:ext cx="3474720" cy="41605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49056" y="2240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A10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Managé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49056" y="26700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Hébergé &amp; opéré par Lyriks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49056" y="315468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Infogérance complète &amp; SLA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Supervision avancée des usages IA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SSO &amp; sécurité avancée</a:t>
            </a:r>
            <a:endParaRPr lang="en-US" sz="12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Accompagnement dédié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49056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A10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Contacter l'équipe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L'ÉQUIPE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voix de Lyriks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606040"/>
            <a:ext cx="914400" cy="914400"/>
          </a:xfrm>
          <a:prstGeom prst="ellipse">
            <a:avLst/>
          </a:prstGeom>
          <a:solidFill>
            <a:srgbClr val="FFA101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David Mabboux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Business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8424" y="2606040"/>
            <a:ext cx="914400" cy="914400"/>
          </a:xfrm>
          <a:prstGeom prst="ellipse">
            <a:avLst/>
          </a:prstGeom>
          <a:solidFill>
            <a:srgbClr val="BB46F5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81144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Adrien Basso Blandin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81144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Cohérence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36608" y="2606040"/>
            <a:ext cx="914400" cy="91440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9436608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Adrien Charles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39328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Produit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Restez cohérent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à l'ère de l'IA.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64008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hello@lyriks.io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lyriks.io · Réserver une démo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0080" y="594360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6" name="Shape 3"/>
          <p:cNvSpPr/>
          <p:nvPr/>
        </p:nvSpPr>
        <p:spPr>
          <a:xfrm>
            <a:off x="640080" y="603686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612190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8" name="Text 5"/>
          <p:cNvSpPr/>
          <p:nvPr/>
        </p:nvSpPr>
        <p:spPr>
          <a:xfrm>
            <a:off x="1115568" y="588873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Lyriks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Lyriks — La cohérence produit pour développer avec l'IA</dc:title>
  <dc:subject>PptxGenJS Presentation</dc:subject>
  <dc:creator>Lyriks</dc:creator>
  <cp:lastModifiedBy>Lyriks</cp:lastModifiedBy>
  <cp:revision>1</cp:revision>
  <dcterms:created xsi:type="dcterms:W3CDTF">2026-06-23T09:28:40Z</dcterms:created>
  <dcterms:modified xsi:type="dcterms:W3CDTF">2026-06-23T09:28:40Z</dcterms:modified>
</cp:coreProperties>
</file>